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omic Sans MS" panose="030F0702030302020204" pitchFamily="66" charset="0"/>
      <p:regular r:id="rId41"/>
      <p:bold r:id="rId42"/>
      <p:italic r:id="rId43"/>
      <p:boldItalic r:id="rId44"/>
    </p:embeddedFont>
    <p:embeddedFont>
      <p:font typeface="Poppins" panose="020B0502040204020203" pitchFamily="2" charset="0"/>
      <p:regular r:id="rId45"/>
      <p:bold r:id="rId46"/>
      <p:italic r:id="rId47"/>
      <p:boldItalic r:id="rId48"/>
    </p:embeddedFont>
    <p:embeddedFont>
      <p:font typeface="Source Sans Pro" panose="020B0503030403020204" pitchFamily="34" charset="0"/>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104"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
        <p:nvSpPr>
          <p:cNvPr id="139" name="TextBox 138"/>
          <p:cNvSpPr txBox="1"/>
          <p:nvPr/>
        </p:nvSpPr>
        <p:spPr>
          <a:xfrm>
            <a:off x="8792000" y="5858000"/>
            <a:ext cx="3000000" cy="500000"/>
          </a:xfrm>
          <a:prstGeom prst="rect">
            <a:avLst/>
          </a:prstGeom>
          <a:noFill/>
        </p:spPr>
        <p:txBody>
          <a:bodyPr wrap="none">
            <a:spAutoFit/>
          </a:bodyPr>
          <a:lstStyle/>
          <a:p>
            <a:pPr algn="r"/>
            <a:r>
              <a:rPr sz="1600"/>
              <a:t>Presented by Sameer Raj</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3" name="TextBox 2">
            <a:extLst>
              <a:ext uri="{FF2B5EF4-FFF2-40B4-BE49-F238E27FC236}">
                <a16:creationId xmlns:a16="http://schemas.microsoft.com/office/drawing/2014/main" id="{D11DD7E1-D735-401F-B218-8ED3B48C65A2}"/>
              </a:ext>
            </a:extLst>
          </p:cNvPr>
          <p:cNvSpPr txBox="1"/>
          <p:nvPr/>
        </p:nvSpPr>
        <p:spPr>
          <a:xfrm>
            <a:off x="1583954" y="5797685"/>
            <a:ext cx="9816863" cy="338554"/>
          </a:xfrm>
          <a:prstGeom prst="rect">
            <a:avLst/>
          </a:prstGeom>
          <a:noFill/>
        </p:spPr>
        <p:txBody>
          <a:bodyPr wrap="square" rtlCol="0">
            <a:spAutoFit/>
          </a:bodyPr>
          <a:lstStyle/>
          <a:p>
            <a:r>
              <a:rPr lang="en-GB" sz="1600" i="1" dirty="0"/>
              <a:t>✅ Note: No missing values or duplicate rows were found in the dataset</a:t>
            </a:r>
            <a:endParaRPr lang="en-IN" sz="1600" i="1" dirty="0"/>
          </a:p>
        </p:txBody>
      </p:sp>
      <p:sp>
        <p:nvSpPr>
          <p:cNvPr id="7" name="TextBox 6">
            <a:extLst>
              <a:ext uri="{FF2B5EF4-FFF2-40B4-BE49-F238E27FC236}">
                <a16:creationId xmlns:a16="http://schemas.microsoft.com/office/drawing/2014/main"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5AF4232A-DB3B-44C6-8A2D-63B014D479C8}"/>
              </a:ext>
            </a:extLst>
          </p:cNvPr>
          <p:cNvPicPr>
            <a:picLocks/>
          </p:cNvPicPr>
          <p:nvPr/>
        </p:nvPicPr>
        <p:blipFill>
          <a:blip r:embed="rId5"/>
          <a:srcRect l="35" r="35"/>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id="{CDBB21B6-3539-4ED1-A07C-385D84DD4CDE}"/>
              </a:ext>
            </a:extLst>
          </p:cNvPr>
          <p:cNvPicPr>
            <a:picLocks/>
          </p:cNvPicPr>
          <p:nvPr/>
        </p:nvPicPr>
        <p:blipFill>
          <a:blip r:embed="rId5"/>
          <a:srcRect l="372" r="372"/>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A0672594-588D-47F4-96CB-2CCC0D5915D1}"/>
              </a:ext>
            </a:extLst>
          </p:cNvPr>
          <p:cNvPicPr>
            <a:picLocks/>
          </p:cNvPicPr>
          <p:nvPr/>
        </p:nvPicPr>
        <p:blipFill>
          <a:blip r:embed="rId5"/>
          <a:srcRect t="113" b="113"/>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978</TotalTime>
  <Words>1534</Words>
  <Application>Microsoft Office PowerPoint</Application>
  <PresentationFormat>Widescreen</PresentationFormat>
  <Paragraphs>282</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Source Sans Pro</vt:lpstr>
      <vt:lpstr>Poppins</vt:lpstr>
      <vt:lpstr>Calibri</vt:lpstr>
      <vt:lpstr>Comic Sans MS</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Sameer Raj</cp:lastModifiedBy>
  <cp:revision>56</cp:revision>
  <dcterms:created xsi:type="dcterms:W3CDTF">2022-09-23T13:48:30Z</dcterms:created>
  <dcterms:modified xsi:type="dcterms:W3CDTF">2026-09-23T05:18:03Z</dcterms:modified>
</cp:coreProperties>
</file>